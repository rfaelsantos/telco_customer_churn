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0A11B"/>
    <a:srgbClr val="FFF4D6"/>
    <a:srgbClr val="F4F5F7"/>
    <a:srgbClr val="2A3049"/>
    <a:srgbClr val="F1F2F5"/>
    <a:srgbClr val="7F829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901B4AC-D7D1-4B56-A472-7B0411AB8378}" v="14" dt="2026-08-24T13:28:21.95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144" y="2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fael Antunes dos Santos" userId="132f444fd06425a9" providerId="LiveId" clId="{A2BA33C8-94C2-4379-8857-EC780D5CC909}"/>
    <pc:docChg chg="undo custSel addSld delSld modSld sldOrd">
      <pc:chgData name="Rafael Antunes dos Santos" userId="132f444fd06425a9" providerId="LiveId" clId="{A2BA33C8-94C2-4379-8857-EC780D5CC909}" dt="2026-08-27T13:54:42.431" v="249" actId="208"/>
      <pc:docMkLst>
        <pc:docMk/>
      </pc:docMkLst>
      <pc:sldChg chg="addSp delSp modSp mod setBg">
        <pc:chgData name="Rafael Antunes dos Santos" userId="132f444fd06425a9" providerId="LiveId" clId="{A2BA33C8-94C2-4379-8857-EC780D5CC909}" dt="2026-08-25T13:33:38.096" v="171" actId="33934"/>
        <pc:sldMkLst>
          <pc:docMk/>
          <pc:sldMk cId="4167969599" sldId="256"/>
        </pc:sldMkLst>
        <pc:spChg chg="add mod modVis">
          <ac:chgData name="Rafael Antunes dos Santos" userId="132f444fd06425a9" providerId="LiveId" clId="{A2BA33C8-94C2-4379-8857-EC780D5CC909}" dt="2026-08-25T13:33:38.096" v="171" actId="33934"/>
          <ac:spMkLst>
            <pc:docMk/>
            <pc:sldMk cId="4167969599" sldId="256"/>
            <ac:spMk id="3" creationId="{743A02CE-4AAD-5D90-0BC8-31CF67BA824B}"/>
          </ac:spMkLst>
        </pc:spChg>
        <pc:spChg chg="mod modVis">
          <ac:chgData name="Rafael Antunes dos Santos" userId="132f444fd06425a9" providerId="LiveId" clId="{A2BA33C8-94C2-4379-8857-EC780D5CC909}" dt="2026-08-25T13:33:38.096" v="171" actId="33934"/>
          <ac:spMkLst>
            <pc:docMk/>
            <pc:sldMk cId="4167969599" sldId="256"/>
            <ac:spMk id="10" creationId="{AB8C311F-7253-4AED-9701-7FC0708C41C7}"/>
          </ac:spMkLst>
        </pc:spChg>
        <pc:spChg chg="mod modVis">
          <ac:chgData name="Rafael Antunes dos Santos" userId="132f444fd06425a9" providerId="LiveId" clId="{A2BA33C8-94C2-4379-8857-EC780D5CC909}" dt="2026-08-25T13:33:38.096" v="171" actId="33934"/>
          <ac:spMkLst>
            <pc:docMk/>
            <pc:sldMk cId="4167969599" sldId="256"/>
            <ac:spMk id="22" creationId="{54909C3C-E008-E13E-FB7A-2F889445A5D0}"/>
          </ac:spMkLst>
        </pc:spChg>
        <pc:spChg chg="mod modVis">
          <ac:chgData name="Rafael Antunes dos Santos" userId="132f444fd06425a9" providerId="LiveId" clId="{A2BA33C8-94C2-4379-8857-EC780D5CC909}" dt="2026-08-24T14:18:09.092" v="87" actId="1076"/>
          <ac:spMkLst>
            <pc:docMk/>
            <pc:sldMk cId="4167969599" sldId="256"/>
            <ac:spMk id="31" creationId="{CD8D8A66-A406-DDD7-942A-61F89FBE4CE0}"/>
          </ac:spMkLst>
        </pc:spChg>
        <pc:spChg chg="mod modVis">
          <ac:chgData name="Rafael Antunes dos Santos" userId="132f444fd06425a9" providerId="LiveId" clId="{A2BA33C8-94C2-4379-8857-EC780D5CC909}" dt="2026-08-25T13:33:38.096" v="171" actId="33934"/>
          <ac:spMkLst>
            <pc:docMk/>
            <pc:sldMk cId="4167969599" sldId="256"/>
            <ac:spMk id="38" creationId="{DD797280-5305-6D0D-6FC9-3226AEE08F6B}"/>
          </ac:spMkLst>
        </pc:spChg>
        <pc:spChg chg="mod modVis">
          <ac:chgData name="Rafael Antunes dos Santos" userId="132f444fd06425a9" providerId="LiveId" clId="{A2BA33C8-94C2-4379-8857-EC780D5CC909}" dt="2026-08-25T13:33:38.096" v="171" actId="33934"/>
          <ac:spMkLst>
            <pc:docMk/>
            <pc:sldMk cId="4167969599" sldId="256"/>
            <ac:spMk id="40" creationId="{6331FEAC-3A05-7CA9-DAB8-1A0229C592CF}"/>
          </ac:spMkLst>
        </pc:spChg>
        <pc:spChg chg="mod modVis">
          <ac:chgData name="Rafael Antunes dos Santos" userId="132f444fd06425a9" providerId="LiveId" clId="{A2BA33C8-94C2-4379-8857-EC780D5CC909}" dt="2026-08-25T13:33:38.096" v="171" actId="33934"/>
          <ac:spMkLst>
            <pc:docMk/>
            <pc:sldMk cId="4167969599" sldId="256"/>
            <ac:spMk id="42" creationId="{D62176A5-46D4-5281-52EE-CA4D4BE20C7E}"/>
          </ac:spMkLst>
        </pc:spChg>
        <pc:spChg chg="mod modVis">
          <ac:chgData name="Rafael Antunes dos Santos" userId="132f444fd06425a9" providerId="LiveId" clId="{A2BA33C8-94C2-4379-8857-EC780D5CC909}" dt="2026-08-25T13:33:38.096" v="171" actId="33934"/>
          <ac:spMkLst>
            <pc:docMk/>
            <pc:sldMk cId="4167969599" sldId="256"/>
            <ac:spMk id="44" creationId="{C01B7773-150B-E196-8258-17855348982E}"/>
          </ac:spMkLst>
        </pc:spChg>
        <pc:spChg chg="mod modVis">
          <ac:chgData name="Rafael Antunes dos Santos" userId="132f444fd06425a9" providerId="LiveId" clId="{A2BA33C8-94C2-4379-8857-EC780D5CC909}" dt="2026-08-24T14:18:31.108" v="88" actId="1076"/>
          <ac:spMkLst>
            <pc:docMk/>
            <pc:sldMk cId="4167969599" sldId="256"/>
            <ac:spMk id="46" creationId="{7EC324B4-2014-2F1D-05B7-5E1A959525BD}"/>
          </ac:spMkLst>
        </pc:spChg>
        <pc:spChg chg="mod modVis">
          <ac:chgData name="Rafael Antunes dos Santos" userId="132f444fd06425a9" providerId="LiveId" clId="{A2BA33C8-94C2-4379-8857-EC780D5CC909}" dt="2026-08-25T13:33:38.096" v="171" actId="33934"/>
          <ac:spMkLst>
            <pc:docMk/>
            <pc:sldMk cId="4167969599" sldId="256"/>
            <ac:spMk id="48" creationId="{0C9DB786-F3A6-EEC4-11A6-583B5352BAB4}"/>
          </ac:spMkLst>
        </pc:spChg>
        <pc:spChg chg="mod modVis">
          <ac:chgData name="Rafael Antunes dos Santos" userId="132f444fd06425a9" providerId="LiveId" clId="{A2BA33C8-94C2-4379-8857-EC780D5CC909}" dt="2026-08-25T13:33:38.096" v="171" actId="33934"/>
          <ac:spMkLst>
            <pc:docMk/>
            <pc:sldMk cId="4167969599" sldId="256"/>
            <ac:spMk id="49" creationId="{105D1002-A880-337F-A82B-1AC62AA41B0F}"/>
          </ac:spMkLst>
        </pc:spChg>
        <pc:spChg chg="mod modVis">
          <ac:chgData name="Rafael Antunes dos Santos" userId="132f444fd06425a9" providerId="LiveId" clId="{A2BA33C8-94C2-4379-8857-EC780D5CC909}" dt="2026-08-24T14:18:09.092" v="87" actId="1076"/>
          <ac:spMkLst>
            <pc:docMk/>
            <pc:sldMk cId="4167969599" sldId="256"/>
            <ac:spMk id="53" creationId="{9232EDA8-56AD-40FB-7AB4-89FC679EAB81}"/>
          </ac:spMkLst>
        </pc:spChg>
        <pc:spChg chg="mod modVis">
          <ac:chgData name="Rafael Antunes dos Santos" userId="132f444fd06425a9" providerId="LiveId" clId="{A2BA33C8-94C2-4379-8857-EC780D5CC909}" dt="2026-08-25T13:33:38.096" v="171" actId="33934"/>
          <ac:spMkLst>
            <pc:docMk/>
            <pc:sldMk cId="4167969599" sldId="256"/>
            <ac:spMk id="55" creationId="{43D4CE5C-0A7E-BB3E-5272-499033DD60B5}"/>
          </ac:spMkLst>
        </pc:spChg>
      </pc:sldChg>
      <pc:sldChg chg="addSp delSp modSp new mod">
        <pc:chgData name="Rafael Antunes dos Santos" userId="132f444fd06425a9" providerId="LiveId" clId="{A2BA33C8-94C2-4379-8857-EC780D5CC909}" dt="2026-08-24T17:00:40.867" v="120" actId="115"/>
        <pc:sldMkLst>
          <pc:docMk/>
          <pc:sldMk cId="3630684739" sldId="257"/>
        </pc:sldMkLst>
        <pc:spChg chg="mod">
          <ac:chgData name="Rafael Antunes dos Santos" userId="132f444fd06425a9" providerId="LiveId" clId="{A2BA33C8-94C2-4379-8857-EC780D5CC909}" dt="2026-08-24T17:00:40.867" v="120" actId="115"/>
          <ac:spMkLst>
            <pc:docMk/>
            <pc:sldMk cId="3630684739" sldId="257"/>
            <ac:spMk id="29" creationId="{58EEB2C3-8F43-0D33-A1C7-6F2494CFB371}"/>
          </ac:spMkLst>
        </pc:spChg>
        <pc:spChg chg="add mod">
          <ac:chgData name="Rafael Antunes dos Santos" userId="132f444fd06425a9" providerId="LiveId" clId="{A2BA33C8-94C2-4379-8857-EC780D5CC909}" dt="2026-08-24T17:00:40.867" v="120" actId="115"/>
          <ac:spMkLst>
            <pc:docMk/>
            <pc:sldMk cId="3630684739" sldId="257"/>
            <ac:spMk id="31" creationId="{45820D16-6ACA-DD4F-CB3A-D2F53A58BEAB}"/>
          </ac:spMkLst>
        </pc:spChg>
        <pc:spChg chg="add mod">
          <ac:chgData name="Rafael Antunes dos Santos" userId="132f444fd06425a9" providerId="LiveId" clId="{A2BA33C8-94C2-4379-8857-EC780D5CC909}" dt="2026-08-24T17:00:40.867" v="120" actId="115"/>
          <ac:spMkLst>
            <pc:docMk/>
            <pc:sldMk cId="3630684739" sldId="257"/>
            <ac:spMk id="33" creationId="{BF824ABB-094A-4DF2-11D4-55229309C4C3}"/>
          </ac:spMkLst>
        </pc:spChg>
        <pc:spChg chg="add mod">
          <ac:chgData name="Rafael Antunes dos Santos" userId="132f444fd06425a9" providerId="LiveId" clId="{A2BA33C8-94C2-4379-8857-EC780D5CC909}" dt="2026-08-24T17:00:40.867" v="120" actId="115"/>
          <ac:spMkLst>
            <pc:docMk/>
            <pc:sldMk cId="3630684739" sldId="257"/>
            <ac:spMk id="45" creationId="{95DEE4AD-B2EA-4113-3CFA-7C04122E035E}"/>
          </ac:spMkLst>
        </pc:spChg>
        <pc:spChg chg="add mod">
          <ac:chgData name="Rafael Antunes dos Santos" userId="132f444fd06425a9" providerId="LiveId" clId="{A2BA33C8-94C2-4379-8857-EC780D5CC909}" dt="2026-08-24T17:00:40.867" v="120" actId="115"/>
          <ac:spMkLst>
            <pc:docMk/>
            <pc:sldMk cId="3630684739" sldId="257"/>
            <ac:spMk id="47" creationId="{7E67E6BF-26F9-2654-B2D3-0E45F07C5D84}"/>
          </ac:spMkLst>
        </pc:spChg>
        <pc:spChg chg="add mod">
          <ac:chgData name="Rafael Antunes dos Santos" userId="132f444fd06425a9" providerId="LiveId" clId="{A2BA33C8-94C2-4379-8857-EC780D5CC909}" dt="2026-08-24T17:00:40.867" v="120" actId="115"/>
          <ac:spMkLst>
            <pc:docMk/>
            <pc:sldMk cId="3630684739" sldId="257"/>
            <ac:spMk id="49" creationId="{B48268CB-B654-795E-FC93-906FF9CB6268}"/>
          </ac:spMkLst>
        </pc:spChg>
        <pc:spChg chg="add mod">
          <ac:chgData name="Rafael Antunes dos Santos" userId="132f444fd06425a9" providerId="LiveId" clId="{A2BA33C8-94C2-4379-8857-EC780D5CC909}" dt="2026-08-24T17:00:40.867" v="120" actId="115"/>
          <ac:spMkLst>
            <pc:docMk/>
            <pc:sldMk cId="3630684739" sldId="257"/>
            <ac:spMk id="53" creationId="{086582FB-B3B9-65A2-0817-3DB9BCAD8507}"/>
          </ac:spMkLst>
        </pc:spChg>
        <pc:spChg chg="add mod">
          <ac:chgData name="Rafael Antunes dos Santos" userId="132f444fd06425a9" providerId="LiveId" clId="{A2BA33C8-94C2-4379-8857-EC780D5CC909}" dt="2026-08-24T17:00:40.867" v="120" actId="115"/>
          <ac:spMkLst>
            <pc:docMk/>
            <pc:sldMk cId="3630684739" sldId="257"/>
            <ac:spMk id="81" creationId="{BD08A920-08F6-4F23-B09F-198C2B5D29A0}"/>
          </ac:spMkLst>
        </pc:spChg>
        <pc:spChg chg="add mod">
          <ac:chgData name="Rafael Antunes dos Santos" userId="132f444fd06425a9" providerId="LiveId" clId="{A2BA33C8-94C2-4379-8857-EC780D5CC909}" dt="2026-08-24T17:00:40.867" v="120" actId="115"/>
          <ac:spMkLst>
            <pc:docMk/>
            <pc:sldMk cId="3630684739" sldId="257"/>
            <ac:spMk id="83" creationId="{E36710B6-AE62-3A2B-6D32-478C67B586CE}"/>
          </ac:spMkLst>
        </pc:spChg>
      </pc:sldChg>
      <pc:sldChg chg="addSp delSp modSp new mod ord">
        <pc:chgData name="Rafael Antunes dos Santos" userId="132f444fd06425a9" providerId="LiveId" clId="{A2BA33C8-94C2-4379-8857-EC780D5CC909}" dt="2026-08-25T13:48:53.386" v="182" actId="115"/>
        <pc:sldMkLst>
          <pc:docMk/>
          <pc:sldMk cId="2921022901" sldId="258"/>
        </pc:sldMkLst>
        <pc:spChg chg="add mod">
          <ac:chgData name="Rafael Antunes dos Santos" userId="132f444fd06425a9" providerId="LiveId" clId="{A2BA33C8-94C2-4379-8857-EC780D5CC909}" dt="2026-08-25T13:28:02.758" v="131" actId="14100"/>
          <ac:spMkLst>
            <pc:docMk/>
            <pc:sldMk cId="2921022901" sldId="258"/>
            <ac:spMk id="57" creationId="{E03339B3-DFC8-3899-1962-A05D08F2E811}"/>
          </ac:spMkLst>
        </pc:spChg>
        <pc:spChg chg="add mod modVis">
          <ac:chgData name="Rafael Antunes dos Santos" userId="132f444fd06425a9" providerId="LiveId" clId="{A2BA33C8-94C2-4379-8857-EC780D5CC909}" dt="2026-08-25T13:48:53.386" v="182" actId="115"/>
          <ac:spMkLst>
            <pc:docMk/>
            <pc:sldMk cId="2921022901" sldId="258"/>
            <ac:spMk id="59" creationId="{3742FB3E-9286-C2BB-080D-DD5CB85CCAEE}"/>
          </ac:spMkLst>
        </pc:spChg>
        <pc:spChg chg="add">
          <ac:chgData name="Rafael Antunes dos Santos" userId="132f444fd06425a9" providerId="LiveId" clId="{A2BA33C8-94C2-4379-8857-EC780D5CC909}" dt="2026-08-25T13:28:09.450" v="132" actId="22"/>
          <ac:spMkLst>
            <pc:docMk/>
            <pc:sldMk cId="2921022901" sldId="258"/>
            <ac:spMk id="61" creationId="{9324450C-3BE6-C935-FD36-78874CC23411}"/>
          </ac:spMkLst>
        </pc:spChg>
        <pc:spChg chg="add mod ord modVis">
          <ac:chgData name="Rafael Antunes dos Santos" userId="132f444fd06425a9" providerId="LiveId" clId="{A2BA33C8-94C2-4379-8857-EC780D5CC909}" dt="2026-08-25T13:48:53.386" v="182" actId="115"/>
          <ac:spMkLst>
            <pc:docMk/>
            <pc:sldMk cId="2921022901" sldId="258"/>
            <ac:spMk id="63" creationId="{37AF1F00-E443-A007-8F31-9FE8F8279054}"/>
          </ac:spMkLst>
        </pc:spChg>
        <pc:spChg chg="add mod modVis">
          <ac:chgData name="Rafael Antunes dos Santos" userId="132f444fd06425a9" providerId="LiveId" clId="{A2BA33C8-94C2-4379-8857-EC780D5CC909}" dt="2026-08-25T13:48:53.386" v="182" actId="115"/>
          <ac:spMkLst>
            <pc:docMk/>
            <pc:sldMk cId="2921022901" sldId="258"/>
            <ac:spMk id="65" creationId="{27419352-5901-9EC9-6907-6B7559041261}"/>
          </ac:spMkLst>
        </pc:spChg>
        <pc:spChg chg="add mod modVis">
          <ac:chgData name="Rafael Antunes dos Santos" userId="132f444fd06425a9" providerId="LiveId" clId="{A2BA33C8-94C2-4379-8857-EC780D5CC909}" dt="2026-08-25T13:48:53.386" v="182" actId="115"/>
          <ac:spMkLst>
            <pc:docMk/>
            <pc:sldMk cId="2921022901" sldId="258"/>
            <ac:spMk id="67" creationId="{562172A5-2D06-3CE4-0DA4-A7E5C0C5BDD9}"/>
          </ac:spMkLst>
        </pc:spChg>
        <pc:spChg chg="add">
          <ac:chgData name="Rafael Antunes dos Santos" userId="132f444fd06425a9" providerId="LiveId" clId="{A2BA33C8-94C2-4379-8857-EC780D5CC909}" dt="2026-08-25T13:28:20.096" v="133" actId="22"/>
          <ac:spMkLst>
            <pc:docMk/>
            <pc:sldMk cId="2921022901" sldId="258"/>
            <ac:spMk id="69" creationId="{2A89A2E6-9F93-CE8F-DA13-74EB3695D21A}"/>
          </ac:spMkLst>
        </pc:spChg>
        <pc:spChg chg="add">
          <ac:chgData name="Rafael Antunes dos Santos" userId="132f444fd06425a9" providerId="LiveId" clId="{A2BA33C8-94C2-4379-8857-EC780D5CC909}" dt="2026-08-25T13:28:20.096" v="133" actId="22"/>
          <ac:spMkLst>
            <pc:docMk/>
            <pc:sldMk cId="2921022901" sldId="258"/>
            <ac:spMk id="71" creationId="{EE388A0B-58AD-4E66-EC9D-494F6C890EDF}"/>
          </ac:spMkLst>
        </pc:spChg>
        <pc:spChg chg="add mod modVis">
          <ac:chgData name="Rafael Antunes dos Santos" userId="132f444fd06425a9" providerId="LiveId" clId="{A2BA33C8-94C2-4379-8857-EC780D5CC909}" dt="2026-08-25T13:48:53.386" v="182" actId="115"/>
          <ac:spMkLst>
            <pc:docMk/>
            <pc:sldMk cId="2921022901" sldId="258"/>
            <ac:spMk id="73" creationId="{CF174520-8F27-FE58-2E5A-775CDBBEF81B}"/>
          </ac:spMkLst>
        </pc:spChg>
        <pc:spChg chg="add mod modVis">
          <ac:chgData name="Rafael Antunes dos Santos" userId="132f444fd06425a9" providerId="LiveId" clId="{A2BA33C8-94C2-4379-8857-EC780D5CC909}" dt="2026-08-25T13:48:53.386" v="182" actId="115"/>
          <ac:spMkLst>
            <pc:docMk/>
            <pc:sldMk cId="2921022901" sldId="258"/>
            <ac:spMk id="75" creationId="{F66AF791-2A19-9F4D-DB50-1AAFA975A699}"/>
          </ac:spMkLst>
        </pc:spChg>
        <pc:spChg chg="add mod modVis">
          <ac:chgData name="Rafael Antunes dos Santos" userId="132f444fd06425a9" providerId="LiveId" clId="{A2BA33C8-94C2-4379-8857-EC780D5CC909}" dt="2026-08-25T13:48:53.386" v="182" actId="115"/>
          <ac:spMkLst>
            <pc:docMk/>
            <pc:sldMk cId="2921022901" sldId="258"/>
            <ac:spMk id="77" creationId="{610E7B86-B9E7-B9F3-365E-F43E89AB8F65}"/>
          </ac:spMkLst>
        </pc:spChg>
        <pc:spChg chg="add mod modVis">
          <ac:chgData name="Rafael Antunes dos Santos" userId="132f444fd06425a9" providerId="LiveId" clId="{A2BA33C8-94C2-4379-8857-EC780D5CC909}" dt="2026-08-25T13:48:53.386" v="182" actId="115"/>
          <ac:spMkLst>
            <pc:docMk/>
            <pc:sldMk cId="2921022901" sldId="258"/>
            <ac:spMk id="79" creationId="{6CBC8D9F-BDEF-E30A-4213-377CD30AEBAE}"/>
          </ac:spMkLst>
        </pc:spChg>
        <pc:spChg chg="add mod modVis">
          <ac:chgData name="Rafael Antunes dos Santos" userId="132f444fd06425a9" providerId="LiveId" clId="{A2BA33C8-94C2-4379-8857-EC780D5CC909}" dt="2026-08-25T13:48:53.386" v="182" actId="115"/>
          <ac:spMkLst>
            <pc:docMk/>
            <pc:sldMk cId="2921022901" sldId="258"/>
            <ac:spMk id="81" creationId="{2A281806-A736-36C3-01D2-C6C72E4F9935}"/>
          </ac:spMkLst>
        </pc:spChg>
        <pc:spChg chg="add mod modVis">
          <ac:chgData name="Rafael Antunes dos Santos" userId="132f444fd06425a9" providerId="LiveId" clId="{A2BA33C8-94C2-4379-8857-EC780D5CC909}" dt="2026-08-25T13:48:50.427" v="181" actId="1076"/>
          <ac:spMkLst>
            <pc:docMk/>
            <pc:sldMk cId="2921022901" sldId="258"/>
            <ac:spMk id="83" creationId="{D6903FFB-0A14-C6C7-DDA1-407A59AF94BD}"/>
          </ac:spMkLst>
        </pc:spChg>
        <pc:spChg chg="add mod ord">
          <ac:chgData name="Rafael Antunes dos Santos" userId="132f444fd06425a9" providerId="LiveId" clId="{A2BA33C8-94C2-4379-8857-EC780D5CC909}" dt="2026-08-25T13:48:53.386" v="182" actId="115"/>
          <ac:spMkLst>
            <pc:docMk/>
            <pc:sldMk cId="2921022901" sldId="258"/>
            <ac:spMk id="84" creationId="{288C471C-6F4B-81F2-AA90-AF1EE2103FBF}"/>
          </ac:spMkLst>
        </pc:spChg>
      </pc:sldChg>
      <pc:sldChg chg="addSp delSp modSp new mod ord">
        <pc:chgData name="Rafael Antunes dos Santos" userId="132f444fd06425a9" providerId="LiveId" clId="{A2BA33C8-94C2-4379-8857-EC780D5CC909}" dt="2026-08-27T13:54:42.431" v="249" actId="208"/>
        <pc:sldMkLst>
          <pc:docMk/>
          <pc:sldMk cId="4157757224" sldId="259"/>
        </pc:sldMkLst>
        <pc:spChg chg="del ord">
          <ac:chgData name="Rafael Antunes dos Santos" userId="132f444fd06425a9" providerId="LiveId" clId="{A2BA33C8-94C2-4379-8857-EC780D5CC909}" dt="2026-08-27T13:49:58.114" v="243" actId="478"/>
          <ac:spMkLst>
            <pc:docMk/>
            <pc:sldMk cId="4157757224" sldId="259"/>
            <ac:spMk id="2" creationId="{25B84488-A4A4-0699-61A4-31DF0395C088}"/>
          </ac:spMkLst>
        </pc:spChg>
        <pc:spChg chg="del ord">
          <ac:chgData name="Rafael Antunes dos Santos" userId="132f444fd06425a9" providerId="LiveId" clId="{A2BA33C8-94C2-4379-8857-EC780D5CC909}" dt="2026-08-27T13:50:02.479" v="245" actId="478"/>
          <ac:spMkLst>
            <pc:docMk/>
            <pc:sldMk cId="4157757224" sldId="259"/>
            <ac:spMk id="3" creationId="{663A1822-AB07-6729-2CEF-713C34006397}"/>
          </ac:spMkLst>
        </pc:spChg>
        <pc:spChg chg="add del ord">
          <ac:chgData name="Rafael Antunes dos Santos" userId="132f444fd06425a9" providerId="LiveId" clId="{A2BA33C8-94C2-4379-8857-EC780D5CC909}" dt="2026-08-27T13:48:56.236" v="234" actId="478"/>
          <ac:spMkLst>
            <pc:docMk/>
            <pc:sldMk cId="4157757224" sldId="259"/>
            <ac:spMk id="7" creationId="{E13B4D45-645D-1256-E666-1E4D9952171E}"/>
          </ac:spMkLst>
        </pc:spChg>
        <pc:spChg chg="add ord">
          <ac:chgData name="Rafael Antunes dos Santos" userId="132f444fd06425a9" providerId="LiveId" clId="{A2BA33C8-94C2-4379-8857-EC780D5CC909}" dt="2026-08-27T13:49:13.224" v="237" actId="13244"/>
          <ac:spMkLst>
            <pc:docMk/>
            <pc:sldMk cId="4157757224" sldId="259"/>
            <ac:spMk id="9" creationId="{25EC03A6-35A7-F107-6001-9ECD87F71196}"/>
          </ac:spMkLst>
        </pc:spChg>
        <pc:spChg chg="add del ord">
          <ac:chgData name="Rafael Antunes dos Santos" userId="132f444fd06425a9" providerId="LiveId" clId="{A2BA33C8-94C2-4379-8857-EC780D5CC909}" dt="2026-08-27T13:48:21.967" v="230" actId="478"/>
          <ac:spMkLst>
            <pc:docMk/>
            <pc:sldMk cId="4157757224" sldId="259"/>
            <ac:spMk id="11" creationId="{CDF7E1CC-33CA-CE49-365D-4C30AA8EB930}"/>
          </ac:spMkLst>
        </pc:spChg>
        <pc:spChg chg="add del ord">
          <ac:chgData name="Rafael Antunes dos Santos" userId="132f444fd06425a9" providerId="LiveId" clId="{A2BA33C8-94C2-4379-8857-EC780D5CC909}" dt="2026-08-27T13:48:21.967" v="230" actId="478"/>
          <ac:spMkLst>
            <pc:docMk/>
            <pc:sldMk cId="4157757224" sldId="259"/>
            <ac:spMk id="13" creationId="{EB7D7D5E-CB16-F492-9B4C-E849A0264B7C}"/>
          </ac:spMkLst>
        </pc:spChg>
        <pc:spChg chg="add del ord">
          <ac:chgData name="Rafael Antunes dos Santos" userId="132f444fd06425a9" providerId="LiveId" clId="{A2BA33C8-94C2-4379-8857-EC780D5CC909}" dt="2026-08-27T13:48:21.967" v="230" actId="478"/>
          <ac:spMkLst>
            <pc:docMk/>
            <pc:sldMk cId="4157757224" sldId="259"/>
            <ac:spMk id="15" creationId="{C41689F1-CDA7-5662-539D-4284C98E1101}"/>
          </ac:spMkLst>
        </pc:spChg>
        <pc:spChg chg="del ord">
          <ac:chgData name="Rafael Antunes dos Santos" userId="132f444fd06425a9" providerId="LiveId" clId="{A2BA33C8-94C2-4379-8857-EC780D5CC909}" dt="2026-08-27T13:48:21.967" v="230" actId="478"/>
          <ac:spMkLst>
            <pc:docMk/>
            <pc:sldMk cId="4157757224" sldId="259"/>
            <ac:spMk id="17" creationId="{EF73FF08-9E07-89ED-8B78-5506B760EAC0}"/>
          </ac:spMkLst>
        </pc:spChg>
        <pc:spChg chg="mod ord">
          <ac:chgData name="Rafael Antunes dos Santos" userId="132f444fd06425a9" providerId="LiveId" clId="{A2BA33C8-94C2-4379-8857-EC780D5CC909}" dt="2026-08-27T13:47:20.042" v="217" actId="14100"/>
          <ac:spMkLst>
            <pc:docMk/>
            <pc:sldMk cId="4157757224" sldId="259"/>
            <ac:spMk id="19" creationId="{A26F6AB2-3D6E-F09F-3152-870EF62EBD3E}"/>
          </ac:spMkLst>
        </pc:spChg>
        <pc:spChg chg="add ord">
          <ac:chgData name="Rafael Antunes dos Santos" userId="132f444fd06425a9" providerId="LiveId" clId="{A2BA33C8-94C2-4379-8857-EC780D5CC909}" dt="2026-08-27T13:46:48.810" v="213" actId="13244"/>
          <ac:spMkLst>
            <pc:docMk/>
            <pc:sldMk cId="4157757224" sldId="259"/>
            <ac:spMk id="21" creationId="{557D286D-CC1E-311B-31A3-5771465390C4}"/>
          </ac:spMkLst>
        </pc:spChg>
        <pc:spChg chg="add del ord">
          <ac:chgData name="Rafael Antunes dos Santos" userId="132f444fd06425a9" providerId="LiveId" clId="{A2BA33C8-94C2-4379-8857-EC780D5CC909}" dt="2026-08-27T13:49:48.101" v="241" actId="478"/>
          <ac:spMkLst>
            <pc:docMk/>
            <pc:sldMk cId="4157757224" sldId="259"/>
            <ac:spMk id="23" creationId="{2042BE9C-E40A-23A3-2F0C-9C2BC3CED764}"/>
          </ac:spMkLst>
        </pc:spChg>
        <pc:spChg chg="add ord">
          <ac:chgData name="Rafael Antunes dos Santos" userId="132f444fd06425a9" providerId="LiveId" clId="{A2BA33C8-94C2-4379-8857-EC780D5CC909}" dt="2026-08-27T13:49:18.444" v="239" actId="13244"/>
          <ac:spMkLst>
            <pc:docMk/>
            <pc:sldMk cId="4157757224" sldId="259"/>
            <ac:spMk id="25" creationId="{261ED158-F949-79B5-E8DC-B3633E6CF15E}"/>
          </ac:spMkLst>
        </pc:spChg>
        <pc:spChg chg="add mod ord">
          <ac:chgData name="Rafael Antunes dos Santos" userId="132f444fd06425a9" providerId="LiveId" clId="{A2BA33C8-94C2-4379-8857-EC780D5CC909}" dt="2026-08-27T13:54:42.431" v="249" actId="208"/>
          <ac:spMkLst>
            <pc:docMk/>
            <pc:sldMk cId="4157757224" sldId="259"/>
            <ac:spMk id="27" creationId="{09BF8585-2516-CC25-EA0A-9F0034D80736}"/>
          </ac:spMkLst>
        </pc:spChg>
        <pc:spChg chg="add mod ord">
          <ac:chgData name="Rafael Antunes dos Santos" userId="132f444fd06425a9" providerId="LiveId" clId="{A2BA33C8-94C2-4379-8857-EC780D5CC909}" dt="2026-08-27T13:46:35.797" v="212" actId="1076"/>
          <ac:spMkLst>
            <pc:docMk/>
            <pc:sldMk cId="4157757224" sldId="259"/>
            <ac:spMk id="29" creationId="{95242AF5-7C81-6BBD-82C0-ADBACF0587FC}"/>
          </ac:spMkLst>
        </pc:spChg>
        <pc:spChg chg="add mod">
          <ac:chgData name="Rafael Antunes dos Santos" userId="132f444fd06425a9" providerId="LiveId" clId="{A2BA33C8-94C2-4379-8857-EC780D5CC909}" dt="2026-08-27T13:46:06.688" v="206" actId="14100"/>
          <ac:spMkLst>
            <pc:docMk/>
            <pc:sldMk cId="4157757224" sldId="259"/>
            <ac:spMk id="35" creationId="{B9F8F785-2A6C-C6E1-C077-DFDA0D2D322C}"/>
          </ac:spMkLst>
        </pc:spChg>
        <pc:spChg chg="add mod">
          <ac:chgData name="Rafael Antunes dos Santos" userId="132f444fd06425a9" providerId="LiveId" clId="{A2BA33C8-94C2-4379-8857-EC780D5CC909}" dt="2026-08-27T13:46:26.948" v="210" actId="14100"/>
          <ac:spMkLst>
            <pc:docMk/>
            <pc:sldMk cId="4157757224" sldId="259"/>
            <ac:spMk id="37" creationId="{F0997D2C-E17C-9085-3A85-0C8D33166190}"/>
          </ac:spMkLst>
        </pc:spChg>
        <pc:spChg chg="add mod">
          <ac:chgData name="Rafael Antunes dos Santos" userId="132f444fd06425a9" providerId="LiveId" clId="{A2BA33C8-94C2-4379-8857-EC780D5CC909}" dt="2026-08-27T13:47:57.191" v="227" actId="1076"/>
          <ac:spMkLst>
            <pc:docMk/>
            <pc:sldMk cId="4157757224" sldId="259"/>
            <ac:spMk id="39" creationId="{E6F0110C-6551-0090-5343-B7BD7349655C}"/>
          </ac:spMkLst>
        </pc:spChg>
        <pc:spChg chg="add del">
          <ac:chgData name="Rafael Antunes dos Santos" userId="132f444fd06425a9" providerId="LiveId" clId="{A2BA33C8-94C2-4379-8857-EC780D5CC909}" dt="2026-08-27T13:47:39.394" v="224" actId="478"/>
          <ac:spMkLst>
            <pc:docMk/>
            <pc:sldMk cId="4157757224" sldId="259"/>
            <ac:spMk id="41" creationId="{A9357990-78CF-B08C-89A5-9191450FE8A7}"/>
          </ac:spMkLst>
        </pc:spChg>
        <pc:spChg chg="add mod">
          <ac:chgData name="Rafael Antunes dos Santos" userId="132f444fd06425a9" providerId="LiveId" clId="{A2BA33C8-94C2-4379-8857-EC780D5CC909}" dt="2026-08-27T13:47:37.834" v="223" actId="1076"/>
          <ac:spMkLst>
            <pc:docMk/>
            <pc:sldMk cId="4157757224" sldId="259"/>
            <ac:spMk id="43" creationId="{C6B17193-692D-8C1B-1966-4F06C8F2B50E}"/>
          </ac:spMkLst>
        </pc:spChg>
        <pc:spChg chg="add mod ord">
          <ac:chgData name="Rafael Antunes dos Santos" userId="132f444fd06425a9" providerId="LiveId" clId="{A2BA33C8-94C2-4379-8857-EC780D5CC909}" dt="2026-08-27T13:49:14.192" v="238" actId="13244"/>
          <ac:spMkLst>
            <pc:docMk/>
            <pc:sldMk cId="4157757224" sldId="259"/>
            <ac:spMk id="45" creationId="{98BA5A3E-A6F5-FD87-0A14-6C12D9E7040D}"/>
          </ac:spMkLst>
        </pc:spChg>
        <pc:picChg chg="add del mod">
          <ac:chgData name="Rafael Antunes dos Santos" userId="132f444fd06425a9" providerId="LiveId" clId="{A2BA33C8-94C2-4379-8857-EC780D5CC909}" dt="2026-08-27T13:44:44.201" v="194" actId="478"/>
          <ac:picMkLst>
            <pc:docMk/>
            <pc:sldMk cId="4157757224" sldId="259"/>
            <ac:picMk id="31" creationId="{1893EF29-6F5B-60D8-127B-631A7486A4B4}"/>
          </ac:picMkLst>
        </pc:picChg>
        <pc:picChg chg="add del ord">
          <ac:chgData name="Rafael Antunes dos Santos" userId="132f444fd06425a9" providerId="LiveId" clId="{A2BA33C8-94C2-4379-8857-EC780D5CC909}" dt="2026-08-27T13:50:07.339" v="247" actId="478"/>
          <ac:picMkLst>
            <pc:docMk/>
            <pc:sldMk cId="4157757224" sldId="259"/>
            <ac:picMk id="33" creationId="{D4922765-73E1-62A1-5C61-B4FB7D601EB1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9A8D55-6791-4E23-A463-85EAC9E6C1F6}" type="datetimeFigureOut">
              <a:rPr lang="pt-BR" smtClean="0"/>
              <a:t>27/08/2026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87B26E-2A1A-4500-A1F9-D36D9918A96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080489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87B26E-2A1A-4500-A1F9-D36D9918A968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659154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87B26E-2A1A-4500-A1F9-D36D9918A968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77396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250329-3284-FE2F-B902-386E99BFF0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66D7FB1-06FB-0E23-F2E1-D9FF0AD680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DD13FEF-2579-A8F5-4015-5B87CD422D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6BA6A-AC50-44E1-913B-EF1A18DE8802}" type="datetimeFigureOut">
              <a:rPr lang="pt-BR" smtClean="0"/>
              <a:t>27/08/2026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8A15F8E-7F58-9A28-E015-C751D945B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B0994EA-225A-2193-CC52-A9E6B09555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517AC-73E9-42B2-AE13-2099E37B305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443395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D21FA5-D8EA-B2B6-FF22-D96D141713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91D1E70-BAAB-5074-BACA-564748EE7E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BF5CB93-8A0F-325B-4C9E-03E351E1F0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6BA6A-AC50-44E1-913B-EF1A18DE8802}" type="datetimeFigureOut">
              <a:rPr lang="pt-BR" smtClean="0"/>
              <a:t>27/08/2026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6368830-C301-7C27-F14B-6CAC3532AA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77ECDC9-0FBF-44D6-36D2-DE73DC586E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517AC-73E9-42B2-AE13-2099E37B305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520726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BABCF9-BC24-AE32-3658-85FE705553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F221DB5-58BB-535A-4A2C-CB07245D3D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46E5BAE-3F28-1339-39D5-05892A5238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6BA6A-AC50-44E1-913B-EF1A18DE8802}" type="datetimeFigureOut">
              <a:rPr lang="pt-BR" smtClean="0"/>
              <a:t>27/08/2026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4155436-8204-2DB7-F7F7-9E579DB87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DC9A341-0E32-B7E8-A89A-1EB453BBE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517AC-73E9-42B2-AE13-2099E37B305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708775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1CED75-3CB4-16BE-DA51-C64E525CCE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D334A29-F462-1A0C-831E-0161CBEDEC1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02A72B4-C65D-4818-0B97-AD520A8FF2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2174DD0-FCE8-7A5D-31A8-F701DC53A1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6BA6A-AC50-44E1-913B-EF1A18DE8802}" type="datetimeFigureOut">
              <a:rPr lang="pt-BR" smtClean="0"/>
              <a:t>27/08/2026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F35745C-7717-A6AA-A40D-6067AF5D9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37FA49B-0F4D-0C02-A632-3546B8A117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517AC-73E9-42B2-AE13-2099E37B305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79945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232E38-A8AE-A507-B417-DB48EBD128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CCA92B5-58B4-E161-21E4-9220C4DAAC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3A9C98B-D7C8-234C-A494-5A25DDB9E5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5A7EDC03-F932-A835-97EB-37CAAF680F9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CA9FE686-4A58-D72D-3402-9D7476AD21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1629722-CD30-F499-4265-E039EF1AEF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6BA6A-AC50-44E1-913B-EF1A18DE8802}" type="datetimeFigureOut">
              <a:rPr lang="pt-BR" smtClean="0"/>
              <a:t>27/08/2026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C03562D4-D13C-84FF-D42D-42D63AFB1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9425A253-93FA-2075-0460-3420E0D2A5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517AC-73E9-42B2-AE13-2099E37B305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110838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F153AC-92D3-36DB-835F-F8F5EDABD9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A32B359B-AF9D-885D-0D5A-FF41FA98EA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6BA6A-AC50-44E1-913B-EF1A18DE8802}" type="datetimeFigureOut">
              <a:rPr lang="pt-BR" smtClean="0"/>
              <a:t>27/08/2026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4EDB6EDD-45DB-B39A-16B3-960E065E18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2095E620-7697-B2CA-22E2-BC760EF66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517AC-73E9-42B2-AE13-2099E37B305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355070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D9766692-DB63-59B5-7148-1B289844F5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6BA6A-AC50-44E1-913B-EF1A18DE8802}" type="datetimeFigureOut">
              <a:rPr lang="pt-BR" smtClean="0"/>
              <a:t>27/08/2026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80E905D7-975D-CF1C-6E55-8D2B7D56BA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3738A29-C59F-CB82-B34B-CD489368D8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517AC-73E9-42B2-AE13-2099E37B305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259658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79BA41-211C-78A3-963F-6FBDAC406C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7C9844E-5E9D-065F-0CF3-4499619BE7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91F339C-B7F6-CB00-3E1E-D9065F9034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9EC68D2-E44D-DAC3-4E6C-1415EBC060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6BA6A-AC50-44E1-913B-EF1A18DE8802}" type="datetimeFigureOut">
              <a:rPr lang="pt-BR" smtClean="0"/>
              <a:t>27/08/2026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9BB6E98-83E5-4299-0A31-8AB28427CC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D1F3429-65DA-F414-96A6-4AFD43E21C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517AC-73E9-42B2-AE13-2099E37B305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161391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3CB0B4-C5CC-399C-47CC-E57E51BE34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CF4C453D-C1D2-E59F-1113-1BA5F39442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2DF28C1-FBCE-EA70-FDBB-F63265CD5C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7FAC687-AD68-1CD4-F6CB-3D0C4D6923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6BA6A-AC50-44E1-913B-EF1A18DE8802}" type="datetimeFigureOut">
              <a:rPr lang="pt-BR" smtClean="0"/>
              <a:t>27/08/2026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F8D8248-920A-611E-A4D7-3CB2E356D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914D36D-6975-C90A-70FE-1586A47285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517AC-73E9-42B2-AE13-2099E37B305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8752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DB11E9-9432-9C34-E131-309BDB1210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12212090-CF7F-7461-D3FA-E6E1F7E3C3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13F3A91-0AF1-7EB3-C8FE-568C3DC72D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6BA6A-AC50-44E1-913B-EF1A18DE8802}" type="datetimeFigureOut">
              <a:rPr lang="pt-BR" smtClean="0"/>
              <a:t>27/08/2026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6AA06AE-0916-9D1E-3FEF-D53F599A68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E258AB9-3F33-98B4-2390-02201DE20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517AC-73E9-42B2-AE13-2099E37B305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910778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0C64F20-F45D-2448-D363-3729F1F09AC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319FCA3-BC14-2826-AE8B-4A1A762289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DABC396-ACEC-0DD5-1D7D-F62454542E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6BA6A-AC50-44E1-913B-EF1A18DE8802}" type="datetimeFigureOut">
              <a:rPr lang="pt-BR" smtClean="0"/>
              <a:t>27/08/2026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73A7FF9-0A19-B4E0-5CB5-1156FE6F51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714F5D9-967E-3F50-722C-59E2FF3DCA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517AC-73E9-42B2-AE13-2099E37B305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274374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57EDEFB3-C34C-87F9-95AD-0FF58A7EB7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8C0F99D-0D82-333E-46A7-1F677C0191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DD985D7-D3FB-1CC4-DD75-8E789A60A51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576BA6A-AC50-44E1-913B-EF1A18DE8802}" type="datetimeFigureOut">
              <a:rPr lang="pt-BR" smtClean="0"/>
              <a:t>27/08/2026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722953C-4812-DD9C-D76C-20EDF7D900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DE778D8-3685-4DFF-0DDF-E313B6876E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9E517AC-73E9-42B2-AE13-2099E37B305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014665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tângulo: Cantos Arredondados 21">
            <a:extLst>
              <a:ext uri="{FF2B5EF4-FFF2-40B4-BE49-F238E27FC236}">
                <a16:creationId xmlns:a16="http://schemas.microsoft.com/office/drawing/2014/main" id="{54909C3C-E008-E13E-FB7A-2F889445A5D0}"/>
              </a:ext>
            </a:extLst>
          </p:cNvPr>
          <p:cNvSpPr/>
          <p:nvPr/>
        </p:nvSpPr>
        <p:spPr>
          <a:xfrm>
            <a:off x="1341940" y="1086801"/>
            <a:ext cx="1629930" cy="829561"/>
          </a:xfrm>
          <a:prstGeom prst="roundRect">
            <a:avLst>
              <a:gd name="adj" fmla="val 5419"/>
            </a:avLst>
          </a:prstGeom>
          <a:solidFill>
            <a:srgbClr val="2A3049"/>
          </a:solidFill>
          <a:effectLst>
            <a:outerShdw blurRad="50800" dist="38100" dir="2700000" algn="tl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1" name="Retângulo: Cantos Arredondados 30">
            <a:extLst>
              <a:ext uri="{FF2B5EF4-FFF2-40B4-BE49-F238E27FC236}">
                <a16:creationId xmlns:a16="http://schemas.microsoft.com/office/drawing/2014/main" id="{CD8D8A66-A406-DDD7-942A-61F89FBE4CE0}"/>
              </a:ext>
            </a:extLst>
          </p:cNvPr>
          <p:cNvSpPr/>
          <p:nvPr/>
        </p:nvSpPr>
        <p:spPr>
          <a:xfrm>
            <a:off x="233056" y="119199"/>
            <a:ext cx="11725887" cy="573833"/>
          </a:xfrm>
          <a:prstGeom prst="roundRect">
            <a:avLst>
              <a:gd name="adj" fmla="val 23984"/>
            </a:avLst>
          </a:prstGeom>
          <a:solidFill>
            <a:srgbClr val="2A3049"/>
          </a:solidFill>
          <a:ln>
            <a:noFill/>
          </a:ln>
          <a:effectLst>
            <a:outerShdw blurRad="50800" dist="38100" dir="2700000" algn="tl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8" name="Retângulo: Cantos Arredondados 37">
            <a:extLst>
              <a:ext uri="{FF2B5EF4-FFF2-40B4-BE49-F238E27FC236}">
                <a16:creationId xmlns:a16="http://schemas.microsoft.com/office/drawing/2014/main" id="{DD797280-5305-6D0D-6FC9-3226AEE08F6B}"/>
              </a:ext>
            </a:extLst>
          </p:cNvPr>
          <p:cNvSpPr/>
          <p:nvPr/>
        </p:nvSpPr>
        <p:spPr>
          <a:xfrm>
            <a:off x="3130216" y="1086801"/>
            <a:ext cx="1629930" cy="829561"/>
          </a:xfrm>
          <a:prstGeom prst="roundRect">
            <a:avLst>
              <a:gd name="adj" fmla="val 5419"/>
            </a:avLst>
          </a:prstGeom>
          <a:solidFill>
            <a:srgbClr val="2A3049"/>
          </a:solidFill>
          <a:effectLst>
            <a:outerShdw blurRad="50800" dist="38100" dir="2700000" algn="tl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0" name="Retângulo: Cantos Arredondados 39">
            <a:extLst>
              <a:ext uri="{FF2B5EF4-FFF2-40B4-BE49-F238E27FC236}">
                <a16:creationId xmlns:a16="http://schemas.microsoft.com/office/drawing/2014/main" id="{6331FEAC-3A05-7CA9-DAB8-1A0229C592CF}"/>
              </a:ext>
            </a:extLst>
          </p:cNvPr>
          <p:cNvSpPr/>
          <p:nvPr/>
        </p:nvSpPr>
        <p:spPr>
          <a:xfrm>
            <a:off x="4918492" y="1086801"/>
            <a:ext cx="1629930" cy="829561"/>
          </a:xfrm>
          <a:prstGeom prst="roundRect">
            <a:avLst>
              <a:gd name="adj" fmla="val 5419"/>
            </a:avLst>
          </a:prstGeom>
          <a:solidFill>
            <a:srgbClr val="2A3049"/>
          </a:solidFill>
          <a:effectLst>
            <a:outerShdw blurRad="50800" dist="38100" dir="2700000" algn="tl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2" name="Retângulo: Cantos Arredondados 41">
            <a:extLst>
              <a:ext uri="{FF2B5EF4-FFF2-40B4-BE49-F238E27FC236}">
                <a16:creationId xmlns:a16="http://schemas.microsoft.com/office/drawing/2014/main" id="{D62176A5-46D4-5281-52EE-CA4D4BE20C7E}"/>
              </a:ext>
            </a:extLst>
          </p:cNvPr>
          <p:cNvSpPr/>
          <p:nvPr/>
        </p:nvSpPr>
        <p:spPr>
          <a:xfrm>
            <a:off x="6706768" y="1091022"/>
            <a:ext cx="1629930" cy="829561"/>
          </a:xfrm>
          <a:prstGeom prst="roundRect">
            <a:avLst>
              <a:gd name="adj" fmla="val 5419"/>
            </a:avLst>
          </a:prstGeom>
          <a:solidFill>
            <a:srgbClr val="2A3049"/>
          </a:solidFill>
          <a:effectLst>
            <a:outerShdw blurRad="50800" dist="38100" dir="2700000" algn="tl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4" name="Retângulo: Cantos Arredondados 43">
            <a:extLst>
              <a:ext uri="{FF2B5EF4-FFF2-40B4-BE49-F238E27FC236}">
                <a16:creationId xmlns:a16="http://schemas.microsoft.com/office/drawing/2014/main" id="{C01B7773-150B-E196-8258-17855348982E}"/>
              </a:ext>
            </a:extLst>
          </p:cNvPr>
          <p:cNvSpPr/>
          <p:nvPr/>
        </p:nvSpPr>
        <p:spPr>
          <a:xfrm>
            <a:off x="8495044" y="1086800"/>
            <a:ext cx="1629930" cy="829561"/>
          </a:xfrm>
          <a:prstGeom prst="roundRect">
            <a:avLst>
              <a:gd name="adj" fmla="val 5419"/>
            </a:avLst>
          </a:prstGeom>
          <a:solidFill>
            <a:srgbClr val="2A3049"/>
          </a:solidFill>
          <a:effectLst>
            <a:outerShdw blurRad="50800" dist="38100" dir="2700000" algn="tl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6" name="Retângulo: Cantos Arredondados 45">
            <a:extLst>
              <a:ext uri="{FF2B5EF4-FFF2-40B4-BE49-F238E27FC236}">
                <a16:creationId xmlns:a16="http://schemas.microsoft.com/office/drawing/2014/main" id="{7EC324B4-2014-2F1D-05B7-5E1A959525BD}"/>
              </a:ext>
            </a:extLst>
          </p:cNvPr>
          <p:cNvSpPr/>
          <p:nvPr/>
        </p:nvSpPr>
        <p:spPr>
          <a:xfrm>
            <a:off x="10283320" y="1086800"/>
            <a:ext cx="1629930" cy="829561"/>
          </a:xfrm>
          <a:prstGeom prst="roundRect">
            <a:avLst>
              <a:gd name="adj" fmla="val 5419"/>
            </a:avLst>
          </a:prstGeom>
          <a:solidFill>
            <a:srgbClr val="2A3049"/>
          </a:solidFill>
          <a:effectLst>
            <a:outerShdw blurRad="50800" dist="38100" dir="2700000" algn="tl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8" name="Retângulo: Cantos Arredondados 47">
            <a:extLst>
              <a:ext uri="{FF2B5EF4-FFF2-40B4-BE49-F238E27FC236}">
                <a16:creationId xmlns:a16="http://schemas.microsoft.com/office/drawing/2014/main" id="{0C9DB786-F3A6-EEC4-11A6-583B5352BAB4}"/>
              </a:ext>
            </a:extLst>
          </p:cNvPr>
          <p:cNvSpPr/>
          <p:nvPr/>
        </p:nvSpPr>
        <p:spPr>
          <a:xfrm>
            <a:off x="233056" y="119200"/>
            <a:ext cx="819580" cy="6550090"/>
          </a:xfrm>
          <a:prstGeom prst="roundRect">
            <a:avLst/>
          </a:prstGeom>
          <a:solidFill>
            <a:srgbClr val="2A3049"/>
          </a:solidFill>
          <a:ln>
            <a:noFill/>
          </a:ln>
          <a:effectLst>
            <a:outerShdw blurRad="50800" dist="38100" dir="2700000" algn="tl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9" name="Retângulo: Cantos Arredondados 48">
            <a:extLst>
              <a:ext uri="{FF2B5EF4-FFF2-40B4-BE49-F238E27FC236}">
                <a16:creationId xmlns:a16="http://schemas.microsoft.com/office/drawing/2014/main" id="{105D1002-A880-337F-A82B-1AC62AA41B0F}"/>
              </a:ext>
            </a:extLst>
          </p:cNvPr>
          <p:cNvSpPr/>
          <p:nvPr/>
        </p:nvSpPr>
        <p:spPr>
          <a:xfrm>
            <a:off x="1331386" y="2281310"/>
            <a:ext cx="5050939" cy="3006182"/>
          </a:xfrm>
          <a:prstGeom prst="roundRect">
            <a:avLst>
              <a:gd name="adj" fmla="val 1070"/>
            </a:avLst>
          </a:prstGeom>
          <a:solidFill>
            <a:srgbClr val="F4F5F7"/>
          </a:solidFill>
          <a:ln>
            <a:solidFill>
              <a:srgbClr val="2A3049"/>
            </a:solidFill>
          </a:ln>
          <a:effectLst>
            <a:outerShdw blurRad="50800" dist="38100" dir="2700000" algn="tl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3" name="Retângulo 52">
            <a:extLst>
              <a:ext uri="{FF2B5EF4-FFF2-40B4-BE49-F238E27FC236}">
                <a16:creationId xmlns:a16="http://schemas.microsoft.com/office/drawing/2014/main" id="{9232EDA8-56AD-40FB-7AB4-89FC679EAB81}"/>
              </a:ext>
            </a:extLst>
          </p:cNvPr>
          <p:cNvSpPr/>
          <p:nvPr/>
        </p:nvSpPr>
        <p:spPr>
          <a:xfrm>
            <a:off x="233056" y="119199"/>
            <a:ext cx="819580" cy="88174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5" name="Retângulo: Cantos Arredondados 54">
            <a:extLst>
              <a:ext uri="{FF2B5EF4-FFF2-40B4-BE49-F238E27FC236}">
                <a16:creationId xmlns:a16="http://schemas.microsoft.com/office/drawing/2014/main" id="{43D4CE5C-0A7E-BB3E-5272-499033DD60B5}"/>
              </a:ext>
            </a:extLst>
          </p:cNvPr>
          <p:cNvSpPr/>
          <p:nvPr/>
        </p:nvSpPr>
        <p:spPr>
          <a:xfrm>
            <a:off x="6853170" y="2281310"/>
            <a:ext cx="5050939" cy="3006182"/>
          </a:xfrm>
          <a:prstGeom prst="roundRect">
            <a:avLst>
              <a:gd name="adj" fmla="val 1070"/>
            </a:avLst>
          </a:prstGeom>
          <a:solidFill>
            <a:srgbClr val="F4F5F7"/>
          </a:solidFill>
          <a:ln>
            <a:solidFill>
              <a:srgbClr val="2A3049"/>
            </a:solidFill>
          </a:ln>
          <a:effectLst>
            <a:outerShdw blurRad="50800" dist="38100" dir="2700000" algn="tl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743A02CE-4AAD-5D90-0BC8-31CF67BA824B}"/>
              </a:ext>
            </a:extLst>
          </p:cNvPr>
          <p:cNvSpPr/>
          <p:nvPr/>
        </p:nvSpPr>
        <p:spPr>
          <a:xfrm>
            <a:off x="1331386" y="5656664"/>
            <a:ext cx="10581864" cy="807568"/>
          </a:xfrm>
          <a:prstGeom prst="roundRect">
            <a:avLst>
              <a:gd name="adj" fmla="val 1070"/>
            </a:avLst>
          </a:prstGeom>
          <a:solidFill>
            <a:srgbClr val="2A3049"/>
          </a:solidFill>
          <a:ln>
            <a:solidFill>
              <a:srgbClr val="2A3049"/>
            </a:solidFill>
          </a:ln>
          <a:effectLst>
            <a:outerShdw blurRad="50800" dist="38100" dir="2700000" algn="tl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679695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9">
            <a:extLst>
              <a:ext uri="{FF2B5EF4-FFF2-40B4-BE49-F238E27FC236}">
                <a16:creationId xmlns:a16="http://schemas.microsoft.com/office/drawing/2014/main" id="{58EEB2C3-8F43-0D33-A1C7-6F2494CFB3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u="sng"/>
          </a:p>
        </p:txBody>
      </p:sp>
      <p:sp>
        <p:nvSpPr>
          <p:cNvPr id="31" name="Retângulo: Cantos Arredondados 30">
            <a:extLst>
              <a:ext uri="{FF2B5EF4-FFF2-40B4-BE49-F238E27FC236}">
                <a16:creationId xmlns:a16="http://schemas.microsoft.com/office/drawing/2014/main" id="{45820D16-6ACA-DD4F-CB3A-D2F53A58BEAB}"/>
              </a:ext>
            </a:extLst>
          </p:cNvPr>
          <p:cNvSpPr/>
          <p:nvPr/>
        </p:nvSpPr>
        <p:spPr>
          <a:xfrm>
            <a:off x="1331386" y="1000942"/>
            <a:ext cx="3178302" cy="1681778"/>
          </a:xfrm>
          <a:prstGeom prst="roundRect">
            <a:avLst>
              <a:gd name="adj" fmla="val 5419"/>
            </a:avLst>
          </a:prstGeom>
          <a:solidFill>
            <a:srgbClr val="2A3049"/>
          </a:solidFill>
          <a:effectLst>
            <a:outerShdw blurRad="50800" dist="38100" dir="2700000" algn="tl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u="sng"/>
          </a:p>
        </p:txBody>
      </p:sp>
      <p:sp>
        <p:nvSpPr>
          <p:cNvPr id="33" name="Retângulo: Cantos Arredondados 32">
            <a:extLst>
              <a:ext uri="{FF2B5EF4-FFF2-40B4-BE49-F238E27FC236}">
                <a16:creationId xmlns:a16="http://schemas.microsoft.com/office/drawing/2014/main" id="{BF824ABB-094A-4DF2-11D4-55229309C4C3}"/>
              </a:ext>
            </a:extLst>
          </p:cNvPr>
          <p:cNvSpPr/>
          <p:nvPr/>
        </p:nvSpPr>
        <p:spPr>
          <a:xfrm>
            <a:off x="233056" y="119199"/>
            <a:ext cx="11725887" cy="573833"/>
          </a:xfrm>
          <a:prstGeom prst="roundRect">
            <a:avLst>
              <a:gd name="adj" fmla="val 23984"/>
            </a:avLst>
          </a:prstGeom>
          <a:solidFill>
            <a:srgbClr val="2A3049"/>
          </a:solidFill>
          <a:ln>
            <a:noFill/>
          </a:ln>
          <a:effectLst>
            <a:outerShdw blurRad="50800" dist="38100" dir="2700000" algn="tl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u="sng"/>
          </a:p>
        </p:txBody>
      </p:sp>
      <p:sp>
        <p:nvSpPr>
          <p:cNvPr id="45" name="Retângulo: Cantos Arredondados 44">
            <a:extLst>
              <a:ext uri="{FF2B5EF4-FFF2-40B4-BE49-F238E27FC236}">
                <a16:creationId xmlns:a16="http://schemas.microsoft.com/office/drawing/2014/main" id="{95DEE4AD-B2EA-4113-3CFA-7C04122E035E}"/>
              </a:ext>
            </a:extLst>
          </p:cNvPr>
          <p:cNvSpPr/>
          <p:nvPr/>
        </p:nvSpPr>
        <p:spPr>
          <a:xfrm>
            <a:off x="233056" y="119200"/>
            <a:ext cx="819580" cy="6550090"/>
          </a:xfrm>
          <a:prstGeom prst="roundRect">
            <a:avLst/>
          </a:prstGeom>
          <a:solidFill>
            <a:srgbClr val="2A3049"/>
          </a:solidFill>
          <a:ln>
            <a:noFill/>
          </a:ln>
          <a:effectLst>
            <a:outerShdw blurRad="50800" dist="38100" dir="2700000" algn="tl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u="sng"/>
          </a:p>
        </p:txBody>
      </p:sp>
      <p:sp>
        <p:nvSpPr>
          <p:cNvPr id="47" name="Retângulo: Cantos Arredondados 46">
            <a:extLst>
              <a:ext uri="{FF2B5EF4-FFF2-40B4-BE49-F238E27FC236}">
                <a16:creationId xmlns:a16="http://schemas.microsoft.com/office/drawing/2014/main" id="{7E67E6BF-26F9-2654-B2D3-0E45F07C5D84}"/>
              </a:ext>
            </a:extLst>
          </p:cNvPr>
          <p:cNvSpPr/>
          <p:nvPr/>
        </p:nvSpPr>
        <p:spPr>
          <a:xfrm>
            <a:off x="1331386" y="2993366"/>
            <a:ext cx="10459499" cy="2294126"/>
          </a:xfrm>
          <a:prstGeom prst="roundRect">
            <a:avLst>
              <a:gd name="adj" fmla="val 1070"/>
            </a:avLst>
          </a:prstGeom>
          <a:solidFill>
            <a:srgbClr val="F4F5F7"/>
          </a:solidFill>
          <a:ln>
            <a:solidFill>
              <a:srgbClr val="2A3049"/>
            </a:solidFill>
          </a:ln>
          <a:effectLst>
            <a:outerShdw blurRad="50800" dist="38100" dir="2700000" algn="tl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u="sng"/>
          </a:p>
        </p:txBody>
      </p:sp>
      <p:sp>
        <p:nvSpPr>
          <p:cNvPr id="49" name="Retângulo 48">
            <a:extLst>
              <a:ext uri="{FF2B5EF4-FFF2-40B4-BE49-F238E27FC236}">
                <a16:creationId xmlns:a16="http://schemas.microsoft.com/office/drawing/2014/main" id="{B48268CB-B654-795E-FC93-906FF9CB6268}"/>
              </a:ext>
            </a:extLst>
          </p:cNvPr>
          <p:cNvSpPr/>
          <p:nvPr/>
        </p:nvSpPr>
        <p:spPr>
          <a:xfrm>
            <a:off x="233056" y="119199"/>
            <a:ext cx="819580" cy="88174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u="sng"/>
          </a:p>
        </p:txBody>
      </p:sp>
      <p:sp>
        <p:nvSpPr>
          <p:cNvPr id="53" name="Retângulo: Cantos Arredondados 52">
            <a:extLst>
              <a:ext uri="{FF2B5EF4-FFF2-40B4-BE49-F238E27FC236}">
                <a16:creationId xmlns:a16="http://schemas.microsoft.com/office/drawing/2014/main" id="{086582FB-B3B9-65A2-0817-3DB9BCAD8507}"/>
              </a:ext>
            </a:extLst>
          </p:cNvPr>
          <p:cNvSpPr/>
          <p:nvPr/>
        </p:nvSpPr>
        <p:spPr>
          <a:xfrm>
            <a:off x="1331386" y="5512279"/>
            <a:ext cx="10459499" cy="951953"/>
          </a:xfrm>
          <a:prstGeom prst="roundRect">
            <a:avLst>
              <a:gd name="adj" fmla="val 1070"/>
            </a:avLst>
          </a:prstGeom>
          <a:solidFill>
            <a:srgbClr val="2A3049"/>
          </a:solidFill>
          <a:ln>
            <a:solidFill>
              <a:srgbClr val="2A3049"/>
            </a:solidFill>
          </a:ln>
          <a:effectLst>
            <a:outerShdw blurRad="50800" dist="38100" dir="2700000" algn="tl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u="sng"/>
          </a:p>
        </p:txBody>
      </p:sp>
      <p:sp>
        <p:nvSpPr>
          <p:cNvPr id="81" name="Retângulo: Cantos Arredondados 80">
            <a:extLst>
              <a:ext uri="{FF2B5EF4-FFF2-40B4-BE49-F238E27FC236}">
                <a16:creationId xmlns:a16="http://schemas.microsoft.com/office/drawing/2014/main" id="{BD08A920-08F6-4F23-B09F-198C2B5D29A0}"/>
              </a:ext>
            </a:extLst>
          </p:cNvPr>
          <p:cNvSpPr/>
          <p:nvPr/>
        </p:nvSpPr>
        <p:spPr>
          <a:xfrm>
            <a:off x="4971984" y="1000942"/>
            <a:ext cx="3178302" cy="1681778"/>
          </a:xfrm>
          <a:prstGeom prst="roundRect">
            <a:avLst>
              <a:gd name="adj" fmla="val 5419"/>
            </a:avLst>
          </a:prstGeom>
          <a:solidFill>
            <a:srgbClr val="2A3049"/>
          </a:solidFill>
          <a:effectLst>
            <a:outerShdw blurRad="50800" dist="38100" dir="2700000" algn="tl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u="sng"/>
          </a:p>
        </p:txBody>
      </p:sp>
      <p:sp>
        <p:nvSpPr>
          <p:cNvPr id="83" name="Retângulo: Cantos Arredondados 82">
            <a:extLst>
              <a:ext uri="{FF2B5EF4-FFF2-40B4-BE49-F238E27FC236}">
                <a16:creationId xmlns:a16="http://schemas.microsoft.com/office/drawing/2014/main" id="{E36710B6-AE62-3A2B-6D32-478C67B586CE}"/>
              </a:ext>
            </a:extLst>
          </p:cNvPr>
          <p:cNvSpPr/>
          <p:nvPr/>
        </p:nvSpPr>
        <p:spPr>
          <a:xfrm>
            <a:off x="8612583" y="1000942"/>
            <a:ext cx="3178302" cy="1681778"/>
          </a:xfrm>
          <a:prstGeom prst="roundRect">
            <a:avLst>
              <a:gd name="adj" fmla="val 5419"/>
            </a:avLst>
          </a:prstGeom>
          <a:solidFill>
            <a:srgbClr val="2A3049"/>
          </a:solidFill>
          <a:effectLst>
            <a:outerShdw blurRad="50800" dist="38100" dir="2700000" algn="tl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u="sng"/>
          </a:p>
        </p:txBody>
      </p:sp>
    </p:spTree>
    <p:extLst>
      <p:ext uri="{BB962C8B-B14F-4D97-AF65-F5344CB8AC3E}">
        <p14:creationId xmlns:p14="http://schemas.microsoft.com/office/powerpoint/2010/main" val="36306847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Retângulo 83">
            <a:extLst>
              <a:ext uri="{FF2B5EF4-FFF2-40B4-BE49-F238E27FC236}">
                <a16:creationId xmlns:a16="http://schemas.microsoft.com/office/drawing/2014/main" id="{288C471C-6F4B-81F2-AA90-AF1EE2103FBF}"/>
              </a:ext>
            </a:extLst>
          </p:cNvPr>
          <p:cNvSpPr/>
          <p:nvPr/>
        </p:nvSpPr>
        <p:spPr>
          <a:xfrm>
            <a:off x="0" y="-51055"/>
            <a:ext cx="12192000" cy="685800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u="sng"/>
          </a:p>
        </p:txBody>
      </p:sp>
      <p:sp>
        <p:nvSpPr>
          <p:cNvPr id="57" name="Retângulo: Cantos Arredondados 56">
            <a:extLst>
              <a:ext uri="{FF2B5EF4-FFF2-40B4-BE49-F238E27FC236}">
                <a16:creationId xmlns:a16="http://schemas.microsoft.com/office/drawing/2014/main" id="{E03339B3-DFC8-3899-1962-A05D08F2E811}"/>
              </a:ext>
            </a:extLst>
          </p:cNvPr>
          <p:cNvSpPr/>
          <p:nvPr/>
        </p:nvSpPr>
        <p:spPr>
          <a:xfrm>
            <a:off x="1348639" y="5113903"/>
            <a:ext cx="10581864" cy="1028807"/>
          </a:xfrm>
          <a:prstGeom prst="roundRect">
            <a:avLst>
              <a:gd name="adj" fmla="val 1070"/>
            </a:avLst>
          </a:prstGeom>
          <a:solidFill>
            <a:srgbClr val="2A3049"/>
          </a:solidFill>
          <a:ln>
            <a:solidFill>
              <a:srgbClr val="2A3049"/>
            </a:solidFill>
          </a:ln>
          <a:effectLst>
            <a:outerShdw blurRad="50800" dist="38100" dir="2700000" algn="tl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u="sng"/>
          </a:p>
        </p:txBody>
      </p:sp>
      <p:sp>
        <p:nvSpPr>
          <p:cNvPr id="59" name="Retângulo: Cantos Arredondados 58">
            <a:extLst>
              <a:ext uri="{FF2B5EF4-FFF2-40B4-BE49-F238E27FC236}">
                <a16:creationId xmlns:a16="http://schemas.microsoft.com/office/drawing/2014/main" id="{3742FB3E-9286-C2BB-080D-DD5CB85CCAEE}"/>
              </a:ext>
            </a:extLst>
          </p:cNvPr>
          <p:cNvSpPr/>
          <p:nvPr/>
        </p:nvSpPr>
        <p:spPr>
          <a:xfrm>
            <a:off x="233056" y="68144"/>
            <a:ext cx="11725887" cy="573833"/>
          </a:xfrm>
          <a:prstGeom prst="roundRect">
            <a:avLst>
              <a:gd name="adj" fmla="val 23984"/>
            </a:avLst>
          </a:prstGeom>
          <a:solidFill>
            <a:srgbClr val="2A3049"/>
          </a:solidFill>
          <a:ln>
            <a:noFill/>
          </a:ln>
          <a:effectLst>
            <a:outerShdw blurRad="50800" dist="38100" dir="2700000" algn="tl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u="sng"/>
          </a:p>
        </p:txBody>
      </p:sp>
      <p:sp>
        <p:nvSpPr>
          <p:cNvPr id="61" name="Retângulo: Cantos Arredondados 60">
            <a:extLst>
              <a:ext uri="{FF2B5EF4-FFF2-40B4-BE49-F238E27FC236}">
                <a16:creationId xmlns:a16="http://schemas.microsoft.com/office/drawing/2014/main" id="{9324450C-3BE6-C935-FD36-78874CC23411}"/>
              </a:ext>
            </a:extLst>
          </p:cNvPr>
          <p:cNvSpPr/>
          <p:nvPr/>
        </p:nvSpPr>
        <p:spPr>
          <a:xfrm>
            <a:off x="233056" y="68145"/>
            <a:ext cx="819580" cy="6550090"/>
          </a:xfrm>
          <a:prstGeom prst="roundRect">
            <a:avLst/>
          </a:prstGeom>
          <a:solidFill>
            <a:srgbClr val="2A3049"/>
          </a:solidFill>
          <a:ln>
            <a:noFill/>
          </a:ln>
          <a:effectLst>
            <a:outerShdw blurRad="50800" dist="38100" dir="2700000" algn="tl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u="sng"/>
          </a:p>
        </p:txBody>
      </p:sp>
      <p:sp>
        <p:nvSpPr>
          <p:cNvPr id="65" name="Retângulo: Cantos Arredondados 64">
            <a:extLst>
              <a:ext uri="{FF2B5EF4-FFF2-40B4-BE49-F238E27FC236}">
                <a16:creationId xmlns:a16="http://schemas.microsoft.com/office/drawing/2014/main" id="{27419352-5901-9EC9-6907-6B7559041261}"/>
              </a:ext>
            </a:extLst>
          </p:cNvPr>
          <p:cNvSpPr/>
          <p:nvPr/>
        </p:nvSpPr>
        <p:spPr>
          <a:xfrm>
            <a:off x="1341940" y="1035746"/>
            <a:ext cx="1629930" cy="829561"/>
          </a:xfrm>
          <a:prstGeom prst="roundRect">
            <a:avLst>
              <a:gd name="adj" fmla="val 5419"/>
            </a:avLst>
          </a:prstGeom>
          <a:solidFill>
            <a:srgbClr val="2A3049"/>
          </a:solidFill>
          <a:effectLst>
            <a:outerShdw blurRad="50800" dist="38100" dir="2700000" algn="tl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u="sng"/>
          </a:p>
        </p:txBody>
      </p:sp>
      <p:sp>
        <p:nvSpPr>
          <p:cNvPr id="67" name="Retângulo: Cantos Arredondados 66">
            <a:extLst>
              <a:ext uri="{FF2B5EF4-FFF2-40B4-BE49-F238E27FC236}">
                <a16:creationId xmlns:a16="http://schemas.microsoft.com/office/drawing/2014/main" id="{562172A5-2D06-3CE4-0DA4-A7E5C0C5BDD9}"/>
              </a:ext>
            </a:extLst>
          </p:cNvPr>
          <p:cNvSpPr/>
          <p:nvPr/>
        </p:nvSpPr>
        <p:spPr>
          <a:xfrm>
            <a:off x="3130216" y="1035746"/>
            <a:ext cx="1629930" cy="829561"/>
          </a:xfrm>
          <a:prstGeom prst="roundRect">
            <a:avLst>
              <a:gd name="adj" fmla="val 5419"/>
            </a:avLst>
          </a:prstGeom>
          <a:solidFill>
            <a:srgbClr val="2A3049"/>
          </a:solidFill>
          <a:effectLst>
            <a:outerShdw blurRad="50800" dist="38100" dir="2700000" algn="tl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u="sng"/>
          </a:p>
        </p:txBody>
      </p:sp>
      <p:sp>
        <p:nvSpPr>
          <p:cNvPr id="69" name="Retângulo: Cantos Arredondados 68">
            <a:extLst>
              <a:ext uri="{FF2B5EF4-FFF2-40B4-BE49-F238E27FC236}">
                <a16:creationId xmlns:a16="http://schemas.microsoft.com/office/drawing/2014/main" id="{2A89A2E6-9F93-CE8F-DA13-74EB3695D21A}"/>
              </a:ext>
            </a:extLst>
          </p:cNvPr>
          <p:cNvSpPr/>
          <p:nvPr/>
        </p:nvSpPr>
        <p:spPr>
          <a:xfrm>
            <a:off x="4918492" y="1035746"/>
            <a:ext cx="1629930" cy="829561"/>
          </a:xfrm>
          <a:prstGeom prst="roundRect">
            <a:avLst>
              <a:gd name="adj" fmla="val 5419"/>
            </a:avLst>
          </a:prstGeom>
          <a:solidFill>
            <a:srgbClr val="2A3049"/>
          </a:solidFill>
          <a:effectLst>
            <a:outerShdw blurRad="50800" dist="38100" dir="2700000" algn="tl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u="sng"/>
          </a:p>
        </p:txBody>
      </p:sp>
      <p:sp>
        <p:nvSpPr>
          <p:cNvPr id="71" name="Retângulo: Cantos Arredondados 70">
            <a:extLst>
              <a:ext uri="{FF2B5EF4-FFF2-40B4-BE49-F238E27FC236}">
                <a16:creationId xmlns:a16="http://schemas.microsoft.com/office/drawing/2014/main" id="{EE388A0B-58AD-4E66-EC9D-494F6C890EDF}"/>
              </a:ext>
            </a:extLst>
          </p:cNvPr>
          <p:cNvSpPr/>
          <p:nvPr/>
        </p:nvSpPr>
        <p:spPr>
          <a:xfrm>
            <a:off x="6706768" y="1039967"/>
            <a:ext cx="1629930" cy="829561"/>
          </a:xfrm>
          <a:prstGeom prst="roundRect">
            <a:avLst>
              <a:gd name="adj" fmla="val 5419"/>
            </a:avLst>
          </a:prstGeom>
          <a:solidFill>
            <a:srgbClr val="2A3049"/>
          </a:solidFill>
          <a:effectLst>
            <a:outerShdw blurRad="50800" dist="38100" dir="2700000" algn="tl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u="sng"/>
          </a:p>
        </p:txBody>
      </p:sp>
      <p:sp>
        <p:nvSpPr>
          <p:cNvPr id="73" name="Retângulo: Cantos Arredondados 72">
            <a:extLst>
              <a:ext uri="{FF2B5EF4-FFF2-40B4-BE49-F238E27FC236}">
                <a16:creationId xmlns:a16="http://schemas.microsoft.com/office/drawing/2014/main" id="{CF174520-8F27-FE58-2E5A-775CDBBEF81B}"/>
              </a:ext>
            </a:extLst>
          </p:cNvPr>
          <p:cNvSpPr/>
          <p:nvPr/>
        </p:nvSpPr>
        <p:spPr>
          <a:xfrm>
            <a:off x="8495044" y="1035745"/>
            <a:ext cx="1629930" cy="829561"/>
          </a:xfrm>
          <a:prstGeom prst="roundRect">
            <a:avLst>
              <a:gd name="adj" fmla="val 5419"/>
            </a:avLst>
          </a:prstGeom>
          <a:solidFill>
            <a:srgbClr val="2A3049"/>
          </a:solidFill>
          <a:effectLst>
            <a:outerShdw blurRad="50800" dist="38100" dir="2700000" algn="tl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u="sng"/>
          </a:p>
        </p:txBody>
      </p:sp>
      <p:sp>
        <p:nvSpPr>
          <p:cNvPr id="75" name="Retângulo: Cantos Arredondados 74">
            <a:extLst>
              <a:ext uri="{FF2B5EF4-FFF2-40B4-BE49-F238E27FC236}">
                <a16:creationId xmlns:a16="http://schemas.microsoft.com/office/drawing/2014/main" id="{F66AF791-2A19-9F4D-DB50-1AAFA975A699}"/>
              </a:ext>
            </a:extLst>
          </p:cNvPr>
          <p:cNvSpPr/>
          <p:nvPr/>
        </p:nvSpPr>
        <p:spPr>
          <a:xfrm>
            <a:off x="10283320" y="1035745"/>
            <a:ext cx="1629930" cy="829561"/>
          </a:xfrm>
          <a:prstGeom prst="roundRect">
            <a:avLst>
              <a:gd name="adj" fmla="val 5419"/>
            </a:avLst>
          </a:prstGeom>
          <a:solidFill>
            <a:srgbClr val="2A3049"/>
          </a:solidFill>
          <a:effectLst>
            <a:outerShdw blurRad="50800" dist="38100" dir="2700000" algn="tl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u="sng"/>
          </a:p>
        </p:txBody>
      </p:sp>
      <p:sp>
        <p:nvSpPr>
          <p:cNvPr id="77" name="Retângulo: Cantos Arredondados 76">
            <a:extLst>
              <a:ext uri="{FF2B5EF4-FFF2-40B4-BE49-F238E27FC236}">
                <a16:creationId xmlns:a16="http://schemas.microsoft.com/office/drawing/2014/main" id="{610E7B86-B9E7-B9F3-365E-F43E89AB8F65}"/>
              </a:ext>
            </a:extLst>
          </p:cNvPr>
          <p:cNvSpPr/>
          <p:nvPr/>
        </p:nvSpPr>
        <p:spPr>
          <a:xfrm>
            <a:off x="1341940" y="1986514"/>
            <a:ext cx="5206482" cy="1391431"/>
          </a:xfrm>
          <a:prstGeom prst="roundRect">
            <a:avLst>
              <a:gd name="adj" fmla="val 1070"/>
            </a:avLst>
          </a:prstGeom>
          <a:solidFill>
            <a:srgbClr val="F4F5F7"/>
          </a:solidFill>
          <a:ln>
            <a:solidFill>
              <a:srgbClr val="2A3049"/>
            </a:solidFill>
          </a:ln>
          <a:effectLst>
            <a:outerShdw blurRad="50800" dist="38100" dir="2700000" algn="tl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u="sng"/>
          </a:p>
        </p:txBody>
      </p:sp>
      <p:sp>
        <p:nvSpPr>
          <p:cNvPr id="79" name="Retângulo: Cantos Arredondados 78">
            <a:extLst>
              <a:ext uri="{FF2B5EF4-FFF2-40B4-BE49-F238E27FC236}">
                <a16:creationId xmlns:a16="http://schemas.microsoft.com/office/drawing/2014/main" id="{6CBC8D9F-BDEF-E30A-4213-377CD30AEBAE}"/>
              </a:ext>
            </a:extLst>
          </p:cNvPr>
          <p:cNvSpPr/>
          <p:nvPr/>
        </p:nvSpPr>
        <p:spPr>
          <a:xfrm>
            <a:off x="6706768" y="1986514"/>
            <a:ext cx="5206482" cy="1391431"/>
          </a:xfrm>
          <a:prstGeom prst="roundRect">
            <a:avLst>
              <a:gd name="adj" fmla="val 1070"/>
            </a:avLst>
          </a:prstGeom>
          <a:solidFill>
            <a:srgbClr val="F4F5F7"/>
          </a:solidFill>
          <a:ln>
            <a:solidFill>
              <a:srgbClr val="2A3049"/>
            </a:solidFill>
          </a:ln>
          <a:effectLst>
            <a:outerShdw blurRad="50800" dist="38100" dir="2700000" algn="tl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u="sng"/>
          </a:p>
        </p:txBody>
      </p:sp>
      <p:sp>
        <p:nvSpPr>
          <p:cNvPr id="81" name="Retângulo: Cantos Arredondados 80">
            <a:extLst>
              <a:ext uri="{FF2B5EF4-FFF2-40B4-BE49-F238E27FC236}">
                <a16:creationId xmlns:a16="http://schemas.microsoft.com/office/drawing/2014/main" id="{2A281806-A736-36C3-01D2-C6C72E4F9935}"/>
              </a:ext>
            </a:extLst>
          </p:cNvPr>
          <p:cNvSpPr/>
          <p:nvPr/>
        </p:nvSpPr>
        <p:spPr>
          <a:xfrm>
            <a:off x="1341940" y="3499153"/>
            <a:ext cx="5206482" cy="1391431"/>
          </a:xfrm>
          <a:prstGeom prst="roundRect">
            <a:avLst>
              <a:gd name="adj" fmla="val 1070"/>
            </a:avLst>
          </a:prstGeom>
          <a:solidFill>
            <a:srgbClr val="F4F5F7"/>
          </a:solidFill>
          <a:ln>
            <a:solidFill>
              <a:srgbClr val="2A3049"/>
            </a:solidFill>
          </a:ln>
          <a:effectLst>
            <a:outerShdw blurRad="50800" dist="38100" dir="2700000" algn="tl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u="sng"/>
          </a:p>
        </p:txBody>
      </p:sp>
      <p:sp>
        <p:nvSpPr>
          <p:cNvPr id="63" name="Retângulo 62">
            <a:extLst>
              <a:ext uri="{FF2B5EF4-FFF2-40B4-BE49-F238E27FC236}">
                <a16:creationId xmlns:a16="http://schemas.microsoft.com/office/drawing/2014/main" id="{37AF1F00-E443-A007-8F31-9FE8F8279054}"/>
              </a:ext>
            </a:extLst>
          </p:cNvPr>
          <p:cNvSpPr/>
          <p:nvPr/>
        </p:nvSpPr>
        <p:spPr>
          <a:xfrm>
            <a:off x="233056" y="68144"/>
            <a:ext cx="819580" cy="88174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u="sng"/>
          </a:p>
        </p:txBody>
      </p:sp>
      <p:sp>
        <p:nvSpPr>
          <p:cNvPr id="83" name="Retângulo: Cantos Arredondados 82">
            <a:extLst>
              <a:ext uri="{FF2B5EF4-FFF2-40B4-BE49-F238E27FC236}">
                <a16:creationId xmlns:a16="http://schemas.microsoft.com/office/drawing/2014/main" id="{D6903FFB-0A14-C6C7-DDA1-407A59AF94BD}"/>
              </a:ext>
            </a:extLst>
          </p:cNvPr>
          <p:cNvSpPr/>
          <p:nvPr/>
        </p:nvSpPr>
        <p:spPr>
          <a:xfrm>
            <a:off x="6706768" y="3499153"/>
            <a:ext cx="5206482" cy="1391431"/>
          </a:xfrm>
          <a:prstGeom prst="roundRect">
            <a:avLst>
              <a:gd name="adj" fmla="val 1070"/>
            </a:avLst>
          </a:prstGeom>
          <a:solidFill>
            <a:srgbClr val="F4F5F7"/>
          </a:solidFill>
          <a:ln>
            <a:solidFill>
              <a:srgbClr val="2A3049"/>
            </a:solidFill>
          </a:ln>
          <a:effectLst>
            <a:outerShdw blurRad="50800" dist="38100" dir="2700000" algn="tl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u="sng"/>
          </a:p>
        </p:txBody>
      </p:sp>
    </p:spTree>
    <p:extLst>
      <p:ext uri="{BB962C8B-B14F-4D97-AF65-F5344CB8AC3E}">
        <p14:creationId xmlns:p14="http://schemas.microsoft.com/office/powerpoint/2010/main" val="29210229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9">
            <a:extLst>
              <a:ext uri="{FF2B5EF4-FFF2-40B4-BE49-F238E27FC236}">
                <a16:creationId xmlns:a16="http://schemas.microsoft.com/office/drawing/2014/main" id="{9BA5CD0A-3332-DA05-5459-D54E29A282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tângulo: Cantos Arredondados 26">
            <a:extLst>
              <a:ext uri="{FF2B5EF4-FFF2-40B4-BE49-F238E27FC236}">
                <a16:creationId xmlns:a16="http://schemas.microsoft.com/office/drawing/2014/main" id="{09BF8585-2516-CC25-EA0A-9F0034D80736}"/>
              </a:ext>
            </a:extLst>
          </p:cNvPr>
          <p:cNvSpPr/>
          <p:nvPr/>
        </p:nvSpPr>
        <p:spPr>
          <a:xfrm>
            <a:off x="7022592" y="4160519"/>
            <a:ext cx="4890658" cy="1439973"/>
          </a:xfrm>
          <a:prstGeom prst="roundRect">
            <a:avLst>
              <a:gd name="adj" fmla="val 1070"/>
            </a:avLst>
          </a:prstGeom>
          <a:solidFill>
            <a:srgbClr val="FFF4D6"/>
          </a:solidFill>
          <a:ln>
            <a:solidFill>
              <a:srgbClr val="E0A11B"/>
            </a:solidFill>
          </a:ln>
          <a:effectLst>
            <a:outerShdw blurRad="50800" dist="38100" dir="2700000" algn="tl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9" name="Retângulo: Cantos Arredondados 28">
            <a:extLst>
              <a:ext uri="{FF2B5EF4-FFF2-40B4-BE49-F238E27FC236}">
                <a16:creationId xmlns:a16="http://schemas.microsoft.com/office/drawing/2014/main" id="{95242AF5-7C81-6BBD-82C0-ADBACF0587FC}"/>
              </a:ext>
            </a:extLst>
          </p:cNvPr>
          <p:cNvSpPr/>
          <p:nvPr/>
        </p:nvSpPr>
        <p:spPr>
          <a:xfrm>
            <a:off x="1341940" y="5797651"/>
            <a:ext cx="10581864" cy="640715"/>
          </a:xfrm>
          <a:prstGeom prst="roundRect">
            <a:avLst>
              <a:gd name="adj" fmla="val 1070"/>
            </a:avLst>
          </a:prstGeom>
          <a:solidFill>
            <a:srgbClr val="2A3049"/>
          </a:solidFill>
          <a:ln>
            <a:solidFill>
              <a:srgbClr val="2A3049"/>
            </a:solidFill>
          </a:ln>
          <a:effectLst>
            <a:outerShdw blurRad="50800" dist="38100" dir="2700000" algn="tl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5" name="Retângulo: Cantos Arredondados 34">
            <a:extLst>
              <a:ext uri="{FF2B5EF4-FFF2-40B4-BE49-F238E27FC236}">
                <a16:creationId xmlns:a16="http://schemas.microsoft.com/office/drawing/2014/main" id="{B9F8F785-2A6C-C6E1-C077-DFDA0D2D322C}"/>
              </a:ext>
            </a:extLst>
          </p:cNvPr>
          <p:cNvSpPr/>
          <p:nvPr/>
        </p:nvSpPr>
        <p:spPr>
          <a:xfrm>
            <a:off x="1341940" y="4170062"/>
            <a:ext cx="5364828" cy="1439973"/>
          </a:xfrm>
          <a:prstGeom prst="roundRect">
            <a:avLst>
              <a:gd name="adj" fmla="val 1070"/>
            </a:avLst>
          </a:prstGeom>
          <a:solidFill>
            <a:srgbClr val="F4F5F7"/>
          </a:solidFill>
          <a:ln>
            <a:solidFill>
              <a:srgbClr val="2A3049"/>
            </a:solidFill>
          </a:ln>
          <a:effectLst>
            <a:outerShdw blurRad="50800" dist="38100" dir="2700000" algn="tl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" name="Retângulo: Cantos Arredondados 20">
            <a:extLst>
              <a:ext uri="{FF2B5EF4-FFF2-40B4-BE49-F238E27FC236}">
                <a16:creationId xmlns:a16="http://schemas.microsoft.com/office/drawing/2014/main" id="{557D286D-CC1E-311B-31A3-5771465390C4}"/>
              </a:ext>
            </a:extLst>
          </p:cNvPr>
          <p:cNvSpPr/>
          <p:nvPr/>
        </p:nvSpPr>
        <p:spPr>
          <a:xfrm>
            <a:off x="233056" y="119200"/>
            <a:ext cx="819580" cy="6550090"/>
          </a:xfrm>
          <a:prstGeom prst="roundRect">
            <a:avLst/>
          </a:prstGeom>
          <a:solidFill>
            <a:srgbClr val="2A3049"/>
          </a:solidFill>
          <a:ln>
            <a:noFill/>
          </a:ln>
          <a:effectLst>
            <a:outerShdw blurRad="50800" dist="38100" dir="2700000" algn="tl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7" name="Retângulo: Cantos Arredondados 36">
            <a:extLst>
              <a:ext uri="{FF2B5EF4-FFF2-40B4-BE49-F238E27FC236}">
                <a16:creationId xmlns:a16="http://schemas.microsoft.com/office/drawing/2014/main" id="{F0997D2C-E17C-9085-3A85-0C8D33166190}"/>
              </a:ext>
            </a:extLst>
          </p:cNvPr>
          <p:cNvSpPr/>
          <p:nvPr/>
        </p:nvSpPr>
        <p:spPr>
          <a:xfrm>
            <a:off x="1331386" y="2277857"/>
            <a:ext cx="10581864" cy="1662310"/>
          </a:xfrm>
          <a:prstGeom prst="roundRect">
            <a:avLst>
              <a:gd name="adj" fmla="val 1070"/>
            </a:avLst>
          </a:prstGeom>
          <a:solidFill>
            <a:srgbClr val="F4F5F7"/>
          </a:solidFill>
          <a:ln>
            <a:solidFill>
              <a:srgbClr val="2A3049"/>
            </a:solidFill>
          </a:ln>
          <a:effectLst>
            <a:outerShdw blurRad="50800" dist="38100" dir="2700000" algn="tl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Retângulo: Cantos Arredondados 18">
            <a:extLst>
              <a:ext uri="{FF2B5EF4-FFF2-40B4-BE49-F238E27FC236}">
                <a16:creationId xmlns:a16="http://schemas.microsoft.com/office/drawing/2014/main" id="{A26F6AB2-3D6E-F09F-3152-870EF62EBD3E}"/>
              </a:ext>
            </a:extLst>
          </p:cNvPr>
          <p:cNvSpPr/>
          <p:nvPr/>
        </p:nvSpPr>
        <p:spPr>
          <a:xfrm>
            <a:off x="9467920" y="1070654"/>
            <a:ext cx="2445329" cy="1010044"/>
          </a:xfrm>
          <a:prstGeom prst="roundRect">
            <a:avLst>
              <a:gd name="adj" fmla="val 5419"/>
            </a:avLst>
          </a:prstGeom>
          <a:solidFill>
            <a:srgbClr val="2A3049"/>
          </a:solidFill>
          <a:effectLst>
            <a:outerShdw blurRad="50800" dist="38100" dir="2700000" algn="tl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9" name="Retângulo: Cantos Arredondados 38">
            <a:extLst>
              <a:ext uri="{FF2B5EF4-FFF2-40B4-BE49-F238E27FC236}">
                <a16:creationId xmlns:a16="http://schemas.microsoft.com/office/drawing/2014/main" id="{E6F0110C-6551-0090-5343-B7BD7349655C}"/>
              </a:ext>
            </a:extLst>
          </p:cNvPr>
          <p:cNvSpPr/>
          <p:nvPr/>
        </p:nvSpPr>
        <p:spPr>
          <a:xfrm>
            <a:off x="4033735" y="1080197"/>
            <a:ext cx="2445329" cy="1010044"/>
          </a:xfrm>
          <a:prstGeom prst="roundRect">
            <a:avLst>
              <a:gd name="adj" fmla="val 5419"/>
            </a:avLst>
          </a:prstGeom>
          <a:solidFill>
            <a:srgbClr val="2A3049"/>
          </a:solidFill>
          <a:effectLst>
            <a:outerShdw blurRad="50800" dist="38100" dir="2700000" algn="tl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3" name="Retângulo: Cantos Arredondados 42">
            <a:extLst>
              <a:ext uri="{FF2B5EF4-FFF2-40B4-BE49-F238E27FC236}">
                <a16:creationId xmlns:a16="http://schemas.microsoft.com/office/drawing/2014/main" id="{C6B17193-692D-8C1B-1966-4F06C8F2B50E}"/>
              </a:ext>
            </a:extLst>
          </p:cNvPr>
          <p:cNvSpPr/>
          <p:nvPr/>
        </p:nvSpPr>
        <p:spPr>
          <a:xfrm>
            <a:off x="6785506" y="1066919"/>
            <a:ext cx="2445329" cy="1010044"/>
          </a:xfrm>
          <a:prstGeom prst="roundRect">
            <a:avLst>
              <a:gd name="adj" fmla="val 5419"/>
            </a:avLst>
          </a:prstGeom>
          <a:solidFill>
            <a:srgbClr val="2A3049"/>
          </a:solidFill>
          <a:effectLst>
            <a:outerShdw blurRad="50800" dist="38100" dir="2700000" algn="tl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25EC03A6-35A7-F107-6001-9ECD87F71196}"/>
              </a:ext>
            </a:extLst>
          </p:cNvPr>
          <p:cNvSpPr/>
          <p:nvPr/>
        </p:nvSpPr>
        <p:spPr>
          <a:xfrm>
            <a:off x="233056" y="119199"/>
            <a:ext cx="11725887" cy="573833"/>
          </a:xfrm>
          <a:prstGeom prst="roundRect">
            <a:avLst>
              <a:gd name="adj" fmla="val 23984"/>
            </a:avLst>
          </a:prstGeom>
          <a:solidFill>
            <a:srgbClr val="2A3049"/>
          </a:solidFill>
          <a:ln>
            <a:noFill/>
          </a:ln>
          <a:effectLst>
            <a:outerShdw blurRad="50800" dist="38100" dir="2700000" algn="tl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5" name="Retângulo: Cantos Arredondados 44">
            <a:extLst>
              <a:ext uri="{FF2B5EF4-FFF2-40B4-BE49-F238E27FC236}">
                <a16:creationId xmlns:a16="http://schemas.microsoft.com/office/drawing/2014/main" id="{98BA5A3E-A6F5-FD87-0A14-6C12D9E7040D}"/>
              </a:ext>
            </a:extLst>
          </p:cNvPr>
          <p:cNvSpPr/>
          <p:nvPr/>
        </p:nvSpPr>
        <p:spPr>
          <a:xfrm>
            <a:off x="1331386" y="1070101"/>
            <a:ext cx="2445329" cy="1010044"/>
          </a:xfrm>
          <a:prstGeom prst="roundRect">
            <a:avLst>
              <a:gd name="adj" fmla="val 5419"/>
            </a:avLst>
          </a:prstGeom>
          <a:solidFill>
            <a:srgbClr val="2A3049"/>
          </a:solidFill>
          <a:effectLst>
            <a:outerShdw blurRad="50800" dist="38100" dir="2700000" algn="tl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261ED158-F949-79B5-E8DC-B3633E6CF15E}"/>
              </a:ext>
            </a:extLst>
          </p:cNvPr>
          <p:cNvSpPr/>
          <p:nvPr/>
        </p:nvSpPr>
        <p:spPr>
          <a:xfrm>
            <a:off x="233056" y="119199"/>
            <a:ext cx="819580" cy="88174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5775722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428</TotalTime>
  <Words>2</Words>
  <Application>Microsoft Office PowerPoint</Application>
  <PresentationFormat>Widescreen</PresentationFormat>
  <Paragraphs>2</Paragraphs>
  <Slides>4</Slides>
  <Notes>2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Rafael Antunes dos Santos</dc:creator>
  <cp:lastModifiedBy>Rafael Antunes dos Santos</cp:lastModifiedBy>
  <cp:revision>1</cp:revision>
  <dcterms:created xsi:type="dcterms:W3CDTF">2026-08-21T12:53:06Z</dcterms:created>
  <dcterms:modified xsi:type="dcterms:W3CDTF">2026-08-27T15:22:48Z</dcterms:modified>
</cp:coreProperties>
</file>